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7"/>
    <p:restoredTop sz="94628"/>
  </p:normalViewPr>
  <p:slideViewPr>
    <p:cSldViewPr snapToGrid="0">
      <p:cViewPr varScale="1">
        <p:scale>
          <a:sx n="110" d="100"/>
          <a:sy n="110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D6331-16C8-8C9F-AFD9-C7A96F114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BECAFE-F21D-993B-E242-18C9566BB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187FBF-458A-FDFB-6396-38DA8BFE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B8F912-D7E1-CB34-F1CB-A9E91DA8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2F2706-A624-648C-716A-9ADB8ED9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35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CBD2C-941F-4A7C-3D48-791C1946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B467D7-CED2-5AB6-985E-161F87CCC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CE967B-0D01-EB58-4594-45BAFDA8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7A421-CE23-676A-6A08-5F2D1215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3FDE5-8151-257B-221A-89999291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14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A6452-636A-1C05-4748-C8383A2E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67377B-DD88-76BD-2058-54141D64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905109-5442-0307-1002-F2598DC4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BA837-8CF1-BB38-DBDA-EDE29AF4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3148E-0E96-ABFA-6391-6BEC6F8F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15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13AD6-269F-1A9B-3724-FAD4F0F9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27846-2A38-611C-3BA1-71910FE12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203F95-9ABD-FC69-CA21-332B8FD06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8DD1C9-F490-9E2F-4A40-27ACC8B9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DA48F7-DF01-CA3D-2C00-FEAD9D13F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83DBBF-D376-F92B-535F-A62BE9E5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31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0AB65-0573-B9B6-C009-EF7AC5CB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41C1CE-4D45-30F8-FD3B-69F71A252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AF9561-5283-9236-F03C-31E37E7C6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A83D8C-09D3-FF2C-2B2A-8774FC5F0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649E63-A3D3-22B6-75F6-95AD3C1F4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01F35EA-EA6C-43B6-798E-E566CF6B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2720B6-DBCA-DB08-0B00-43C55956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121B89-B2D8-A4F8-959D-7E36FA1F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59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62AB8-042E-DC62-C118-2BB7B9B2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602783-6C88-649F-BFDA-97656576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0E80D7-8B5F-A3CF-3ECE-C8FE4175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2201F3-FCBB-83CA-D4F4-962006AE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24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085814-2112-F7C8-C00B-2B942D79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586DAF8-2B27-8D8C-D7DB-BA46B876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24D7F3-EB93-C702-A12A-FC52F758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52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92CB4-D078-0514-C0F1-FD318834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0C7E6-72AD-7D8E-4BC0-6592317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23A846-4CC7-D943-9DE8-C542FED09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ACE4C9-4B44-9ADD-C41C-F86F83E5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2E0034-3FDD-8969-3A84-FCB98BF6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54398C-F738-2748-362C-D61180555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90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E3117-4C4B-FDB6-A9D6-E5442652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B58A17B-54F3-D259-6EA3-17E3417D3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868F40-6B89-8C84-4F21-671BDAFE7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D7B36-D1D0-5339-6DFB-DCB6F71F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8BE54F-DFF1-5711-7264-D6A23303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DFF9E0-7ACB-AFAE-A287-594CD909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69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00FD5-2D47-ABA7-E680-90183308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59AAAB-8A44-164A-9FAB-A3D1C4137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F57382-03BA-98B8-F1EA-5F55C250C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A09FC8-3A5D-8FCB-031D-D6573F13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EC4BA-86C6-7AEE-471E-F40360E3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866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869D48-96B9-5D3F-6AAA-AF8DD6FAB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7CF35F-E053-1390-8F01-825D64FAA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DF03CD-C8AD-C471-CF5B-CF293C9D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7957-51C6-330C-B185-1279FF9A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2B4CEF-F21D-5D8D-85D9-08296F97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5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567E8-6969-6266-3E57-8C72C202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425376-91E9-3336-A413-99870FE2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261E2A-36BE-79F0-C367-A69B20C3B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F878B-A09A-E94E-916D-72D0B9FDEC3C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E4785-C486-6757-2ADD-A0B2D1686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1AD991-EDA1-8EC3-687B-8A1FE6992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262D0-FEC4-2443-B24E-B54D97167F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98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74BCC-1B74-972A-A722-FC2797EBE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Калькулятор валют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EC07B2-1187-4DCA-4E81-84D7B5904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Автор: Киселев Тимофей</a:t>
            </a:r>
          </a:p>
        </p:txBody>
      </p:sp>
    </p:spTree>
    <p:extLst>
      <p:ext uri="{BB962C8B-B14F-4D97-AF65-F5344CB8AC3E}">
        <p14:creationId xmlns:p14="http://schemas.microsoft.com/office/powerpoint/2010/main" val="220046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AE450-5765-062A-DAB3-A5EC8E56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613"/>
            <a:ext cx="10515600" cy="1858786"/>
          </a:xfrm>
        </p:spPr>
        <p:txBody>
          <a:bodyPr anchor="ctr">
            <a:normAutofit/>
          </a:bodyPr>
          <a:lstStyle/>
          <a:p>
            <a:r>
              <a:rPr lang="ru-RU" sz="3000" dirty="0"/>
              <a:t>Идея: Создать удобное приложения для конвертации валют на основе актуальных официальных курсов Центрального банка Российской Федерации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B093E-5E50-3D37-DF4C-2A5497CA5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0311"/>
            <a:ext cx="10515600" cy="376114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Для решения каких задач создано: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Конвертация валют по актуальным курсам ЦБ РФ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Экспорт курсов в </a:t>
            </a:r>
            <a:r>
              <a:rPr lang="en-US" dirty="0"/>
              <a:t>xlsx </a:t>
            </a:r>
            <a:r>
              <a:rPr lang="ru-RU" dirty="0"/>
              <a:t>файл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Просмотр истории курсов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207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23B49-CC9D-C5EA-B26B-8F71505E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2859"/>
            <a:ext cx="10515600" cy="763764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Структура и 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68C01-71DC-9478-A5F4-C78DD27C8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829" y="1705818"/>
            <a:ext cx="4379658" cy="3259568"/>
          </a:xfrm>
        </p:spPr>
        <p:txBody>
          <a:bodyPr>
            <a:normAutofit/>
          </a:bodyPr>
          <a:lstStyle/>
          <a:p>
            <a:r>
              <a:rPr lang="ru-RU" sz="2400" dirty="0"/>
              <a:t>Класс </a:t>
            </a:r>
            <a:r>
              <a:rPr lang="en-US" sz="2400" dirty="0" err="1"/>
              <a:t>kalc</a:t>
            </a:r>
            <a:r>
              <a:rPr lang="en-US" sz="2400" dirty="0"/>
              <a:t> – </a:t>
            </a:r>
            <a:r>
              <a:rPr lang="ru-RU" sz="2400" dirty="0"/>
              <a:t>главное окно с самим конвертером</a:t>
            </a:r>
          </a:p>
          <a:p>
            <a:r>
              <a:rPr lang="ru-RU" sz="2400" dirty="0"/>
              <a:t>Класс </a:t>
            </a:r>
            <a:r>
              <a:rPr lang="en" sz="2400" dirty="0"/>
              <a:t>Wn2</a:t>
            </a:r>
            <a:r>
              <a:rPr lang="ru-RU" sz="2400" dirty="0"/>
              <a:t> – окно таблицы всех курсов</a:t>
            </a:r>
          </a:p>
          <a:p>
            <a:r>
              <a:rPr lang="ru-RU" sz="2400" dirty="0"/>
              <a:t>Класс </a:t>
            </a:r>
            <a:r>
              <a:rPr lang="en" sz="2400" dirty="0"/>
              <a:t>Wn3</a:t>
            </a:r>
            <a:r>
              <a:rPr lang="ru-RU" sz="2400" dirty="0"/>
              <a:t> – окно истории курсов</a:t>
            </a:r>
          </a:p>
          <a:p>
            <a:r>
              <a:rPr lang="ru-RU" sz="2400" dirty="0"/>
              <a:t>Класс </a:t>
            </a:r>
            <a:r>
              <a:rPr lang="en" sz="2400" dirty="0"/>
              <a:t>wd1</a:t>
            </a:r>
            <a:r>
              <a:rPr lang="ru-RU" sz="2400" dirty="0"/>
              <a:t> – вспомогательный виджет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C77F5B-67FC-B979-F76C-24A5BD6686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95131" y="1861072"/>
            <a:ext cx="3371040" cy="2607465"/>
          </a:xfrm>
        </p:spPr>
      </p:pic>
      <p:pic>
        <p:nvPicPr>
          <p:cNvPr id="8" name="Рисунок 7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B1DCA5-5088-93B1-7CDE-BE310733A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676" y="1627459"/>
            <a:ext cx="3300132" cy="34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9BFD3B-99DE-D228-B8DA-91631963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142" y="184268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ходе работы создано удобное приложение для конвертации курсов валют, которое упрощает финансовые расчеты.</a:t>
            </a:r>
          </a:p>
          <a:p>
            <a:pPr marL="0" indent="0">
              <a:buNone/>
            </a:pPr>
            <a:r>
              <a:rPr lang="ru-RU" dirty="0"/>
              <a:t>Перспективы развития: Добавить больше поддерживаемых языков, создать мобильную версию, добавить больше источников курсов.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119BC-F58F-008C-BAB3-C04016A7BAC2}"/>
              </a:ext>
            </a:extLst>
          </p:cNvPr>
          <p:cNvSpPr txBox="1"/>
          <p:nvPr/>
        </p:nvSpPr>
        <p:spPr>
          <a:xfrm>
            <a:off x="4734046" y="533634"/>
            <a:ext cx="2500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4968656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107</Words>
  <Application>Microsoft Macintosh PowerPoint</Application>
  <PresentationFormat>Широкоэкранный</PresentationFormat>
  <Paragraphs>15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Калькулятор валют</vt:lpstr>
      <vt:lpstr>Идея: Создать удобное приложения для конвертации валют на основе актуальных официальных курсов Центрального банка Российской Федерации</vt:lpstr>
      <vt:lpstr>Структура и реализация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Киселев</dc:creator>
  <cp:lastModifiedBy>Денис Киселев</cp:lastModifiedBy>
  <cp:revision>2</cp:revision>
  <dcterms:created xsi:type="dcterms:W3CDTF">2025-11-12T20:27:08Z</dcterms:created>
  <dcterms:modified xsi:type="dcterms:W3CDTF">2025-11-13T17:41:25Z</dcterms:modified>
</cp:coreProperties>
</file>